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Barlow Bold" panose="020B0604020202020204" charset="0"/>
      <p:regular r:id="rId14"/>
    </p:embeddedFont>
    <p:embeddedFont>
      <p:font typeface="Barlow Light" panose="020F0502020204030204" pitchFamily="2" charset="0"/>
      <p:regular r:id="rId15"/>
    </p:embeddedFont>
    <p:embeddedFont>
      <p:font typeface="Montserrat" panose="00000500000000000000" pitchFamily="2" charset="0"/>
      <p:regular r:id="rId16"/>
    </p:embeddedFont>
    <p:embeddedFont>
      <p:font typeface="Montserrat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77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178347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Smart City Traffic Management System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272308"/>
            <a:ext cx="4767114" cy="1692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Shortest Route Finding and Interactive Traffic Navigation</a:t>
            </a:r>
            <a:endParaRPr lang="en-US" sz="105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Presentation</a:t>
            </a:r>
            <a:endParaRPr lang="en-US" sz="105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 Naureen, Shubham Yadav and Saumya Mihir  |  </a:t>
            </a:r>
            <a:endParaRPr lang="en-US" sz="105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Registration No.: 12502577, 12500406, 12503940 | 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To: Mahipal Singh Papola, Deepak Kumar</a:t>
            </a:r>
            <a:endParaRPr lang="en-US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800E2-14BC-D246-B602-C81D704A89FA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22449"/>
            <a:ext cx="8196114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983679"/>
            <a:ext cx="3966418" cy="69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City Traffic Management System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a web-based application designed to find the shortest and most efficient route between cities.</a:t>
            </a:r>
            <a:endParaRPr lang="en-US" sz="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provides information about </a:t>
            </a: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distance, traffic, estimated travel time, fuel cost, and nearby places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73943" y="1777975"/>
            <a:ext cx="3966418" cy="518666"/>
          </a:xfrm>
          <a:prstGeom prst="roundRect">
            <a:avLst>
              <a:gd name="adj" fmla="val 31207"/>
            </a:avLst>
          </a:prstGeom>
          <a:solidFill>
            <a:srgbClr val="D4E9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44" y="1932682"/>
            <a:ext cx="134838" cy="107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4582" y="1882229"/>
            <a:ext cx="3507879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practical, algorithm-driven solution for real-world urban navigation challenges.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393305"/>
            <a:ext cx="3966418" cy="22310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8401" y="992312"/>
            <a:ext cx="396641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System Uses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08401" y="1266453"/>
            <a:ext cx="1940198" cy="812453"/>
          </a:xfrm>
          <a:prstGeom prst="roundRect">
            <a:avLst>
              <a:gd name="adj" fmla="val 1992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21064" y="1379116"/>
            <a:ext cx="323701" cy="323701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0063" y="1468115"/>
            <a:ext cx="145628" cy="145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21064" y="1788765"/>
            <a:ext cx="171487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Graph Data Structure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734547" y="1266453"/>
            <a:ext cx="1940272" cy="812453"/>
          </a:xfrm>
          <a:prstGeom prst="roundRect">
            <a:avLst>
              <a:gd name="adj" fmla="val 1992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47210" y="1379116"/>
            <a:ext cx="323701" cy="323701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6209" y="1468115"/>
            <a:ext cx="145628" cy="1456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47210" y="1788765"/>
            <a:ext cx="1714946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Dijkstra's Algorithm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08401" y="2164854"/>
            <a:ext cx="1940198" cy="812453"/>
          </a:xfrm>
          <a:prstGeom prst="roundRect">
            <a:avLst>
              <a:gd name="adj" fmla="val 1992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821064" y="2277517"/>
            <a:ext cx="323701" cy="323701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063" y="2366516"/>
            <a:ext cx="145628" cy="1456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21064" y="2687166"/>
            <a:ext cx="171487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BFS Algorithm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734547" y="2164854"/>
            <a:ext cx="1940272" cy="812453"/>
          </a:xfrm>
          <a:prstGeom prst="roundRect">
            <a:avLst>
              <a:gd name="adj" fmla="val 1992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847210" y="2277517"/>
            <a:ext cx="323701" cy="323701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6209" y="2366516"/>
            <a:ext cx="145628" cy="14562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47210" y="2687166"/>
            <a:ext cx="1714946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Map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708401" y="3073971"/>
            <a:ext cx="4423618" cy="1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6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13EDEE-EBBB-B7C0-284F-762F59CC6994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87350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303586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an efficient route is important for reducing travel time and distance. The main problem addressed by this project is to provide users with a simple system that can: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889299"/>
            <a:ext cx="2641774" cy="12627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552" y="2043708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Find the Shortest Route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4552" y="2347540"/>
            <a:ext cx="225675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the optimal path between any two cities in the network.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1076" y="1889299"/>
            <a:ext cx="2641774" cy="12627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1685" y="2043708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Display Traffic Conditions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481685" y="2347540"/>
            <a:ext cx="22567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real-time or simulated traffic status along the route.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209" y="1889299"/>
            <a:ext cx="2641848" cy="12627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8818" y="2043708"/>
            <a:ext cx="22568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Estimate Travel Time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258818" y="2347540"/>
            <a:ext cx="225683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how long the journey will take based on distance and traffic.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3287390"/>
            <a:ext cx="2641774" cy="12686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552" y="3441799"/>
            <a:ext cx="225675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Calculate Fuel Cost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04552" y="3745632"/>
            <a:ext cx="225675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an estimated fuel expenditure for the selected vehicle.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1076" y="3287390"/>
            <a:ext cx="2641774" cy="126868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81685" y="3441799"/>
            <a:ext cx="225675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Show Route Visually on a Map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3481685" y="3968279"/>
            <a:ext cx="22567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the calculated route on an interactive map interface.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A5F745-7AAE-AC4D-8615-1E1C47D4C983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61826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278062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1489025"/>
            <a:ext cx="4030340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5" name="Text 3"/>
          <p:cNvSpPr/>
          <p:nvPr/>
        </p:nvSpPr>
        <p:spPr>
          <a:xfrm>
            <a:off x="473943" y="1594768"/>
            <a:ext cx="403034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Shortest Route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1898600"/>
            <a:ext cx="40303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shortest route between two cities.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9642" y="1278062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9642" y="1489025"/>
            <a:ext cx="4030414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9" name="Text 7"/>
          <p:cNvSpPr/>
          <p:nvPr/>
        </p:nvSpPr>
        <p:spPr>
          <a:xfrm>
            <a:off x="4639642" y="1594768"/>
            <a:ext cx="40304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Dijkstra's Algorithm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9642" y="1898600"/>
            <a:ext cx="40304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Dijkstra's shortest path algorithm.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943" y="235215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943" y="2549575"/>
            <a:ext cx="4030340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3" name="Text 11"/>
          <p:cNvSpPr/>
          <p:nvPr/>
        </p:nvSpPr>
        <p:spPr>
          <a:xfrm>
            <a:off x="473943" y="2668860"/>
            <a:ext cx="403034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Graph Data 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943" y="2972693"/>
            <a:ext cx="403034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Graph Data Structure for representing the city network.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9642" y="2352154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9642" y="2549575"/>
            <a:ext cx="4030414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7" name="Text 15"/>
          <p:cNvSpPr/>
          <p:nvPr/>
        </p:nvSpPr>
        <p:spPr>
          <a:xfrm>
            <a:off x="4639642" y="2668860"/>
            <a:ext cx="40304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BFS Traversal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9642" y="2972693"/>
            <a:ext cx="40304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BFS for graph traversal and exploring connected nodes.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943" y="3642940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3943" y="3826892"/>
            <a:ext cx="4030340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1" name="Text 19"/>
          <p:cNvSpPr/>
          <p:nvPr/>
        </p:nvSpPr>
        <p:spPr>
          <a:xfrm>
            <a:off x="473943" y="3959647"/>
            <a:ext cx="403034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Time &amp; Cost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3943" y="4263479"/>
            <a:ext cx="40303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estimated travel time and fuel cost.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39642" y="3642940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9642" y="3826892"/>
            <a:ext cx="4030414" cy="1905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5" name="Text 23"/>
          <p:cNvSpPr/>
          <p:nvPr/>
        </p:nvSpPr>
        <p:spPr>
          <a:xfrm>
            <a:off x="4639642" y="3959647"/>
            <a:ext cx="40304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Route Visualization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39642" y="4263479"/>
            <a:ext cx="40304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route visualization using an interactive map.</a:t>
            </a:r>
            <a:endParaRPr lang="en-US" sz="10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D41268-FC25-F325-1C8C-C9612F26EEFF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68251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Technologies Used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569095"/>
            <a:ext cx="2653829" cy="26538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62933" y="1648346"/>
            <a:ext cx="1647006" cy="1288331"/>
          </a:xfrm>
          <a:prstGeom prst="roundRect">
            <a:avLst>
              <a:gd name="adj" fmla="val 157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03054" y="1788468"/>
            <a:ext cx="136676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03054" y="2146474"/>
            <a:ext cx="13667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 ·  CSS  ·  JavaScript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45298" y="1648346"/>
            <a:ext cx="1647006" cy="1288331"/>
          </a:xfrm>
          <a:prstGeom prst="roundRect">
            <a:avLst>
              <a:gd name="adj" fmla="val 157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5420" y="1788468"/>
            <a:ext cx="136676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85420" y="2146474"/>
            <a:ext cx="13667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 ·  Express.js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027664" y="1648346"/>
            <a:ext cx="1647081" cy="1288331"/>
          </a:xfrm>
          <a:prstGeom prst="roundRect">
            <a:avLst>
              <a:gd name="adj" fmla="val 1576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7786" y="1788468"/>
            <a:ext cx="13668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67786" y="2146474"/>
            <a:ext cx="136683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Dijkstra's Algorithm  ·  BFS  ·  Graph Data Structure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62933" y="3072036"/>
            <a:ext cx="1647006" cy="1071637"/>
          </a:xfrm>
          <a:prstGeom prst="roundRect">
            <a:avLst>
              <a:gd name="adj" fmla="val 1895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3054" y="3212157"/>
            <a:ext cx="136676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03054" y="3570163"/>
            <a:ext cx="13667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Leaflet.js  ·  OpenStreetMap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45298" y="3072036"/>
            <a:ext cx="1647006" cy="1071637"/>
          </a:xfrm>
          <a:prstGeom prst="roundRect">
            <a:avLst>
              <a:gd name="adj" fmla="val 1895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85420" y="3212157"/>
            <a:ext cx="136676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85420" y="3570163"/>
            <a:ext cx="13667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Netlify (Frontend)  ·  Render (Backend)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27664" y="3072036"/>
            <a:ext cx="1647081" cy="1071637"/>
          </a:xfrm>
          <a:prstGeom prst="roundRect">
            <a:avLst>
              <a:gd name="adj" fmla="val 1895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67786" y="3212157"/>
            <a:ext cx="13668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67786" y="3570163"/>
            <a:ext cx="136683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 ·  GitHub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4CF22-B283-3E6E-F215-0EE682E11CCD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2116"/>
            <a:ext cx="8196114" cy="40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077664"/>
            <a:ext cx="5222677" cy="2350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0686" y="1176921"/>
            <a:ext cx="913945" cy="14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260686" y="1365783"/>
            <a:ext cx="913945" cy="21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source and destination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64588" y="2885704"/>
            <a:ext cx="918967" cy="14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64588" y="3074566"/>
            <a:ext cx="918967" cy="322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HTML, CSS, JavaScript send request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058447" y="1159345"/>
            <a:ext cx="913945" cy="14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58447" y="1348207"/>
            <a:ext cx="913945" cy="21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+ Express handles calls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62349" y="2865146"/>
            <a:ext cx="913945" cy="297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Graph &amp; Algorithms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62349" y="3202697"/>
            <a:ext cx="913945" cy="21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Dijkstra and BFS compute route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000676" y="1634058"/>
            <a:ext cx="267406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00676" y="1947044"/>
            <a:ext cx="2674069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frontend collects user input and sends a request to the backend. The backend processes the city graph using shortest path algorithms and returns the optimized route to the frontend.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3677989"/>
            <a:ext cx="1965647" cy="1083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83097" y="3770040"/>
            <a:ext cx="14719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10939" y="4168750"/>
            <a:ext cx="16916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10939" y="4437236"/>
            <a:ext cx="1691655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Source, destination, vehicle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0765" y="3677989"/>
            <a:ext cx="1965647" cy="1083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59919" y="3770040"/>
            <a:ext cx="14719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2687762" y="4168750"/>
            <a:ext cx="16916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 Request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687762" y="4437236"/>
            <a:ext cx="1691655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→ Backend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587" y="3677989"/>
            <a:ext cx="1965647" cy="1083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6741" y="3770040"/>
            <a:ext cx="14719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764584" y="4168750"/>
            <a:ext cx="16916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764584" y="4437236"/>
            <a:ext cx="1691655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Dijkstra + BFS processing</a:t>
            </a:r>
            <a:endParaRPr lang="en-US" sz="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4409" y="3677989"/>
            <a:ext cx="1965647" cy="1083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13563" y="3770040"/>
            <a:ext cx="14719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41406" y="4168750"/>
            <a:ext cx="16916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841406" y="4437236"/>
            <a:ext cx="1691655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Route, map, summary</a:t>
            </a:r>
            <a:endParaRPr lang="en-US" sz="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463FC-043C-645A-756B-7F5164AA7792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68251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Algorithms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922711"/>
            <a:ext cx="304651" cy="3046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3954" y="1969219"/>
            <a:ext cx="20812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Graph Data Structure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3954" y="2327225"/>
            <a:ext cx="208128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Cities are represented as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nodes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roads are represented as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edges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64458" y="1922711"/>
            <a:ext cx="304651" cy="3046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04468" y="1969219"/>
            <a:ext cx="20812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Dijkstra's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4468" y="2327225"/>
            <a:ext cx="208128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to find the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shortest path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between the selected source and destination.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943" y="3248099"/>
            <a:ext cx="304651" cy="3046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3954" y="3294608"/>
            <a:ext cx="477180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BFS (Breadth-First Search)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3954" y="3652614"/>
            <a:ext cx="477180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graph traversal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exploring connected nodes.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916" y="1569095"/>
            <a:ext cx="2653829" cy="265382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6CC16F8-B2F9-0A58-2F5C-045A8CEF0BE6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32271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Workflow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10" y="1148507"/>
            <a:ext cx="7933581" cy="2977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15439" y="3396672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Dijkstra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07386" y="3396672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Find Route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07529" y="3275398"/>
            <a:ext cx="1196607" cy="48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Select Vehicle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07673" y="3396672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Select Cities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5032" y="3396672"/>
            <a:ext cx="1196607" cy="24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3943" y="4277841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follows a structured pipeline — from user input through algorithmic processing to visual output — ensuring accurate and efficient route computation every time.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6C193F-78FC-5D44-6BF4-1B170069DDFD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374874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Main Features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023393"/>
            <a:ext cx="338510" cy="338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1670" y="2023393"/>
            <a:ext cx="350572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Shortest Route Finder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81670" y="2327225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&amp; destination selection with vehicle type input.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609" y="2023393"/>
            <a:ext cx="338510" cy="338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4336" y="2023393"/>
            <a:ext cx="350572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Traffic &amp; Time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164336" y="2327225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status display and estimated travel time calculation.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3031406"/>
            <a:ext cx="338510" cy="338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1670" y="3031406"/>
            <a:ext cx="350572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Fuel Cost Estimation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81670" y="3335238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Distance calculation with fuel cost estimation per vehicle.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609" y="3031406"/>
            <a:ext cx="338510" cy="338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64336" y="3031406"/>
            <a:ext cx="350572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Nearby Places &amp; Live Map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164336" y="3335238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Nearby places, live city map, and city network graph visualization.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433A70-2CF4-1D66-F218-6CF93A7CD57B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7503"/>
            <a:ext cx="8196114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3943" y="1018282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developed system successfully finds and displays the best route between the selected cities. Example output: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339602"/>
            <a:ext cx="1962745" cy="7442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0173" y="1478682"/>
            <a:ext cx="162743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Route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70173" y="1752898"/>
            <a:ext cx="162743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Patna → Samastipur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1733" y="1339602"/>
            <a:ext cx="1962745" cy="7442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7963" y="1478682"/>
            <a:ext cx="162743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Distance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747963" y="1752898"/>
            <a:ext cx="162743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 KM  ·  Vehicle: Car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9522" y="1339602"/>
            <a:ext cx="1962745" cy="7442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25752" y="1478682"/>
            <a:ext cx="162743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Traffic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825752" y="1752898"/>
            <a:ext cx="162743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312" y="1339602"/>
            <a:ext cx="1962745" cy="74428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541" y="1478682"/>
            <a:ext cx="162743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Estimated Time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903541" y="1752898"/>
            <a:ext cx="162743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Hour 51 Min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198936"/>
            <a:ext cx="1962745" cy="74428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0173" y="2338015"/>
            <a:ext cx="162743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Fuel Cost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70173" y="2612231"/>
            <a:ext cx="162743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₹425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473943" y="3072631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also displays nearby places such as hospitals, ATMs, petrol pumps, and restaurants.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473943" y="3393951"/>
            <a:ext cx="8653314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Screenshot: Add your Route Summary + Nearby Places screenshot here.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473943" y="3739232"/>
            <a:ext cx="2636118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85</a:t>
            </a:r>
            <a:endParaRPr lang="en-US" sz="3200" dirty="0"/>
          </a:p>
        </p:txBody>
      </p:sp>
      <p:sp>
        <p:nvSpPr>
          <p:cNvPr id="22" name="Text 15"/>
          <p:cNvSpPr/>
          <p:nvPr/>
        </p:nvSpPr>
        <p:spPr>
          <a:xfrm>
            <a:off x="473943" y="4299793"/>
            <a:ext cx="263611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KM Distance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73943" y="4574009"/>
            <a:ext cx="263611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Patna to Samastipur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3253904" y="3739232"/>
            <a:ext cx="2636118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₹425</a:t>
            </a:r>
            <a:endParaRPr lang="en-US" sz="3200" dirty="0"/>
          </a:p>
        </p:txBody>
      </p:sp>
      <p:sp>
        <p:nvSpPr>
          <p:cNvPr id="25" name="Text 18"/>
          <p:cNvSpPr/>
          <p:nvPr/>
        </p:nvSpPr>
        <p:spPr>
          <a:xfrm>
            <a:off x="3253904" y="4299793"/>
            <a:ext cx="263611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Fuel Cost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3253904" y="4574009"/>
            <a:ext cx="263611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for Car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033864" y="3739232"/>
            <a:ext cx="2636118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111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6033864" y="4299793"/>
            <a:ext cx="263611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Minutes Travel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033864" y="4574009"/>
            <a:ext cx="263611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journey time</a:t>
            </a:r>
            <a:endParaRPr lang="en-US" sz="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39D8FD-4D76-090D-E278-0155F9F3F58A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6507"/>
            <a:ext cx="8196114" cy="27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Route Visualization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73943" y="770632"/>
            <a:ext cx="8653314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calculated route is visually displayed using two complementary views: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9" y="999530"/>
            <a:ext cx="2895601" cy="2026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3085654"/>
            <a:ext cx="2734419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Live City Map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3943" y="3277642"/>
            <a:ext cx="273441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city locations</a:t>
            </a:r>
            <a:endParaRPr lang="en-US" sz="110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Displays source and destination</a:t>
            </a:r>
            <a:endParaRPr lang="en-US" sz="110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Visualizes the calculated route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549" y="999530"/>
            <a:ext cx="5255196" cy="295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9549" y="4015011"/>
            <a:ext cx="5255196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City Network Graph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419549" y="4207000"/>
            <a:ext cx="5255196" cy="414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Represents cities as nodes</a:t>
            </a:r>
            <a:endParaRPr lang="en-US" sz="110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Represents roads as edges</a:t>
            </a:r>
            <a:endParaRPr lang="en-US" sz="1100" dirty="0"/>
          </a:p>
          <a:p>
            <a:pPr marL="132080" indent="-13208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 the selected route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19549" y="4621411"/>
            <a:ext cx="5712396" cy="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4A8B7-FED4-278F-4607-B821796F21DE}"/>
              </a:ext>
            </a:extLst>
          </p:cNvPr>
          <p:cNvSpPr/>
          <p:nvPr/>
        </p:nvSpPr>
        <p:spPr>
          <a:xfrm>
            <a:off x="8046720" y="4761914"/>
            <a:ext cx="1097280" cy="3815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710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Barlow Bold</vt:lpstr>
      <vt:lpstr>Montserrat Bold</vt:lpstr>
      <vt:lpstr>Arial</vt:lpstr>
      <vt:lpstr>Barlow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naureen khan</cp:lastModifiedBy>
  <cp:revision>2</cp:revision>
  <dcterms:created xsi:type="dcterms:W3CDTF">2026-07-19T05:39:56Z</dcterms:created>
  <dcterms:modified xsi:type="dcterms:W3CDTF">2026-07-19T05:43:34Z</dcterms:modified>
</cp:coreProperties>
</file>